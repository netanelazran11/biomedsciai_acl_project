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Data Pipeline &amp; NaN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0E0EF"/>
                </a:solidFill>
              </a:rPr>
              <a:t>MethylLlama Pretraining on the 49k CpG Union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246120"/>
            <a:ext cx="57607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CCCC"/>
                </a:solidFill>
              </a:rPr>
              <a:t>How missing measurements (NaN) flow through the pipeline
and are correctly excluded from the reconstruction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ABBCC"/>
                </a:solidFill>
              </a:rPr>
              <a:t>Netanel Azran  |  BMFM-RNA Methylation  |  Hebrew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D8EA"/>
                </a:solidFill>
              </a:rPr>
              <a:t>Run: llama-small-all49k-r0.5-w0.0-44450919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The Two 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36576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39496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15568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PRETRAINING CORPUS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536192"/>
            <a:ext cx="506577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169,120 samples × 49,156 CpGs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D8EA"/>
                </a:solidFill>
              </a:rPr>
              <a:t>File: methylgpt_pretrain_type3.h5ad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737D"/>
                </a:solidFill>
              </a:rPr>
              <a:t>Path: data_methyl_pretrain_type3_h5ad/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803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</a:rPr>
              <a:t>Run: pretrain_llama_small.sh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B703"/>
                </a:solidFill>
              </a:rPr>
              <a:t>Job ID: 44450919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D8EA"/>
                </a:solidFill>
              </a:rPr>
              <a:t>Script: bmfm_methylation/llama/pretrain_llama.py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D8EA"/>
                </a:solidFill>
              </a:rPr>
              <a:t>Module: WCEDLlamaModule  (wced_llama.py)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891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Architecture: 256D × 4L × 4H  (~5M params)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09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Input ratio: 0.5  (50% of valid CpGs per view)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0292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Age weight: 0.0  (pure reconstruction)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005840"/>
            <a:ext cx="539496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1115568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FINE-TUNING CORPUS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65392" y="1536192"/>
            <a:ext cx="5065776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691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11,500 samples × 49,156 CpGs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1488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D8EA"/>
                </a:solidFill>
              </a:rPr>
              <a:t>File: finetuning_49k.h5ad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4688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737D"/>
                </a:solidFill>
              </a:rPr>
              <a:t>Path: data_methyl_finetune_49k_h5ad/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803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</a:rPr>
              <a:t>Run: finetune_llama_small.sh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004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B703"/>
                </a:solidFill>
              </a:rPr>
              <a:t>Job ID: 44574410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6118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D8EA"/>
                </a:solidFill>
              </a:rPr>
              <a:t>Script: bmfm_methylation/llama/finetune_llama.py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931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D6A0"/>
                </a:solidFill>
              </a:rPr>
              <a:t>Recon weight: 0.0  (age MSE only)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3891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Input ratio: 1.0  (all valid CpGs as input)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709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Pooling: mean over all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0292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Freeze encoder: true  (then unfreeze epoch 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10896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E0EF"/>
                </a:solidFill>
              </a:rPr>
              <a:t>Same 49k
vocabulary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Why NaN Exists — The Illumina Array Union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3152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65176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3"/>
                </a:solidFill>
              </a:rPr>
              <a:t>27k Array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~27,000 probes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51560"/>
            <a:ext cx="265176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143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450k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554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~450,000 probes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774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65176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1430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EPIC Array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554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~850,000 probes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3774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88920"/>
            <a:ext cx="85953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803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Union of all studies  →  49,156 CpGs in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971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B703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20" y="2788920"/>
            <a:ext cx="21945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28346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703"/>
                </a:solidFill>
              </a:rPr>
              <a:t>NaN where
not measured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749039"/>
            <a:ext cx="11430000" cy="2468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What this means per sample: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450k-array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297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4D8"/>
                </a:solidFill>
              </a:rPr>
              <a:t>~19,600 valid CpGs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6B6B"/>
                </a:solidFill>
              </a:rPr>
              <a:t>~29,556 NaN  (60%)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8646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EPIC-array sample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8646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6D6A0"/>
                </a:solidFill>
              </a:rPr>
              <a:t>~40,000 valid CpGs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646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703"/>
                </a:solidFill>
              </a:rPr>
              <a:t>~9,156 NaN  (19%)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43153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27k-array sample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543153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703"/>
                </a:solidFill>
              </a:rPr>
              <a:t>~27,000 valid CpGs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43153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6B6B"/>
                </a:solidFill>
              </a:rPr>
              <a:t>~22,156 NaN  (45%)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6D6A0"/>
                </a:solidFill>
              </a:rPr>
              <a:t>From pretrain run valid_pct≈42%  →  NaN rate ≈ 16%  (pretrain corpus has mostly well-measured probes)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Full Pipeline — NaN Handling at Each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64008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1031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21031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70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17320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h5ad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47088"/>
            <a:ext cx="19568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methylgpt_pretrain_type3.h5ad
169k × 49k  |  NaN = raw missing 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1600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1097280"/>
            <a:ext cx="21031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78608" y="1097280"/>
            <a:ext cx="2103120" cy="54864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170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B703"/>
                </a:solidFill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417320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MethylationDataset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1847088"/>
            <a:ext cx="19568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shared/data_module.py
Computes valid_mask = isfinite(β)
NaN preserved in beta_values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600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82896" y="1097280"/>
            <a:ext cx="21031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82896" y="1097280"/>
            <a:ext cx="2103120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170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</a:rPr>
              <a:t>Step 2a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1417320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WCEDCollator  Part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847088"/>
            <a:ext cx="19568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shared/data_module.py
NaN → 0  in all_betas (targets)
valid_mask stored for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1600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87184" y="1097280"/>
            <a:ext cx="21031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1097280"/>
            <a:ext cx="210312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0336" y="1170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E0EF"/>
                </a:solidFill>
              </a:rPr>
              <a:t>Step 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0336" y="1417320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WCEDCollator  Part 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1847088"/>
            <a:ext cx="19568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shared/data_module.py
Input views: only valid CpGs sampled
NaN positions never shown to encoder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1600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91472" y="1097280"/>
            <a:ext cx="21031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91472" y="1097280"/>
            <a:ext cx="2103120" cy="54864"/>
          </a:xfrm>
          <a:prstGeom prst="rect">
            <a:avLst/>
          </a:prstGeom>
          <a:solidFill>
            <a:srgbClr val="BD9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64624" y="1170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D93F9"/>
                </a:solidFill>
              </a:rPr>
              <a:t>Step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64624" y="1417320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WCEDLlamaModule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1847088"/>
            <a:ext cx="19568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llama/wced_llama.py
recon_mask = ~input_mask &amp; valid_mask
Loss on measured, held-out CpGs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Three categories of CpG positions per sample: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46120"/>
            <a:ext cx="3749039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3246120"/>
            <a:ext cx="3749039" cy="457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337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703"/>
                </a:solidFill>
              </a:rPr>
              <a:t>In input 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7490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Shown to encoder as tokens
~50% of valid CpGs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526280"/>
            <a:ext cx="3200400" cy="2743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703"/>
                </a:solidFill>
              </a:rPr>
              <a:t>EXCLUDED from recon loss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246120"/>
            <a:ext cx="3749039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7680" y="3246120"/>
            <a:ext cx="3749039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3337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D6A0"/>
                </a:solidFill>
              </a:rPr>
              <a:t>Valid — held 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37490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Real β target, not in input
~50% of valid CpGs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34840" y="4526280"/>
            <a:ext cx="3200400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484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INCLUDED in recon loss 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3246120"/>
            <a:ext cx="3749039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3246120"/>
            <a:ext cx="3749039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3337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NaN position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6760" y="37490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Never measured, target=0
~16% of vocab (pretrain)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526280"/>
            <a:ext cx="320040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6676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EXCLUDED by valid_mask 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Step 1 — MethylationDataset: Reading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68580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File: bmfm_methylation/shared/data_module.py   |   Class: MethylationDataset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858000" cy="411480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583680" cy="3895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MethylationDataset.__getitem__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def __getitem__(self, idx):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beta_values = self.adata.X[idx]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if hasattr(beta_values, 'toarray'):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    beta_values = beta_values.toarray().flatten()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beta_values = beta_values.astype(np.float32)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    # Compute mask: True = real value, False = NaN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valid_mask = np.isfinite(beta_values)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    # NaN is PRESERVED in beta_values at this stage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mfi = MultiFieldInstance(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    data={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        "beta_values": beta_values.tolist(),  # NaN intact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        "valid_mask": valid_mask.tolist(),    # True/False mask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    },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    metadata={'labels': float(age), ...}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    return mfi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280160"/>
            <a:ext cx="43891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1232" y="138988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What happens at this 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1232" y="1810512"/>
            <a:ext cx="405993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• Raw β-value extracted from adata.X
• valid_mask computed: np.isfinite(β)
• NaN is NOT replaced — preserved as-is
• Both β and mask passed to collator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3337560"/>
            <a:ext cx="438912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2" y="344728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3"/>
                </a:solidFill>
              </a:rPr>
              <a:t>Why preserve NaN here?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2" y="3867912"/>
            <a:ext cx="4059936" cy="2743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8862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collator decides what to do with NaN.
Replacing NaN with 0 here would hide the
missing-value information before the mask
is computed. Preserving NaN ensures the
valid_mask is always accurate.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57784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6D6A0"/>
                </a:solidFill>
              </a:rPr>
              <a:t>NaN status after Step 1:   beta_values contains NaN    ✓ valid_mask computed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Step 2a — WCEDCollator: NaN Detection &amp; Replacement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3152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File: bmfm_methylation/shared/data_module.py   |   Class: WCEDCollator.__call__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858000" cy="411480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583680" cy="3895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For each sample i in the batch: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betas = np.asarray(ex.data['beta_values'], dtype=np.float32)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Slice to vocabulary of 49,156 CpGs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vocab_betas = betas[self.vocab_cpg_indices]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Detect NaN: True = measured, False = NaN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vocab_valid = np.isfinite(vocab_betas)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Replace NaN → 0.0 (harmless: excluded from loss later)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vocab_betas_clean = np.where(vocab_valid, vocab_betas, 0.0)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Store targets: NaN positions have value 0.0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all_betas[i] = torch.tensor(vocab_betas_clean)   # [vocab_size]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Store mask: True=real, False=NaN  ← used in Step 3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valid_mask[i] = torch.tensor(vocab_valid)         # [vocab_size]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280160"/>
            <a:ext cx="43891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1232" y="138988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3"/>
                </a:solidFill>
              </a:rPr>
              <a:t>all_betas — the reconstruction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1232" y="1810512"/>
            <a:ext cx="4059936" cy="2743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Shape: [batch, 49156]
• Real positions: actual β ∈ [0, 1]
• NaN positions: 0.0  (imputed)
Imputing 0.0 is safe because valid_mask
will exclude these from the loss.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3337560"/>
            <a:ext cx="438912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2" y="344728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valid_mask — the key guard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2" y="3867912"/>
            <a:ext cx="4059936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8862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Shape: [batch, 49156]
• True  = position was measured
• False = position was NaN
This is what Step 3 uses to exclude
NaN positions from reconstruction loss.
It is returned in the batch dict.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57784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6D6A0"/>
                </a:solidFill>
              </a:rPr>
              <a:t>After Step 2a:   all_betas ready (NaN→0)    valid_mask ready (True/False)    both will be in the batch dict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Step 2b — WCEDCollator: Input View Selection (Valid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3152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File: bmfm_methylation/shared/data_module.py   |   Class: WCEDCollator.__call__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858000" cy="292608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583680" cy="2706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Only sample input from VALID (non-NaN) positions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valid_indices = np.where(vocab_valid)[0]   # e.g. ~41k of 49k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input_ratio applied to valid CpGs — not total vocab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This handles high-NaN samples correctly: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  50% × 41k = 20.5k input  (not 50% × 49k = 24.5k)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n_input = int(len(valid_indices) * self.input_ratio)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Random subset of valid positions for input view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indices_v1 = rng.choice(valid_indices, size=n_input, replace=False)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NaN positions are NEVER in indices_v1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Build token sequence: [CLS] + selected CpG tokens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ids  = [cls_id] + [vocab_cpg_ids[j] for j in indices_v1]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vals = [cls_beta] + vocab_betas_clean[indices_v1].tolist()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Position categories within the 49k vocabulary: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37360"/>
            <a:ext cx="438912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64008" cy="123444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703"/>
                </a:solidFill>
              </a:rPr>
              <a:t>In input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703"/>
                </a:solidFill>
              </a:rPr>
              <a:t>~20.5k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4231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EXCLUDED from recon loss
(encoder already saw 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108960"/>
            <a:ext cx="438912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3108960"/>
            <a:ext cx="64008" cy="1234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32004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A0"/>
                </a:solidFill>
              </a:rPr>
              <a:t>Valid, held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703"/>
                </a:solidFill>
              </a:rPr>
              <a:t>~20.5k positions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INCLUDED in recon loss
(real target → true signal)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480560"/>
            <a:ext cx="438912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480560"/>
            <a:ext cx="64008" cy="12344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45720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NaN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703"/>
                </a:solidFill>
              </a:rPr>
              <a:t>~8k positions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target = 0.0
excluded via valid_mask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43400"/>
            <a:ext cx="6858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407408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6D6A0"/>
                </a:solidFill>
              </a:rPr>
              <a:t>Key: input_ratio is applied to valid_indices — not to all 49k CpGs
This ensures the model always sees exactly 50% of what was actually measured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57784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6D6A0"/>
                </a:solidFill>
              </a:rPr>
              <a:t>After Step 2b:   input view built (NaN-free tokens)    NaN positions excluded from encoder input entirely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Step 3 — WCEDLlamaModule: Correct Reconstruction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7724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File: bmfm_methylation/llama/wced_llama.py   |   Method: _shared_step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858000" cy="448056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583680" cy="42611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_shared_step — reconstruction loss calculation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input_mask = batch['input_mask']   # [B, 49156] True = in input view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all_betas  = batch['all_betas']    # [B, 49156] targets (0 where NaN)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valid_mask = batch.get('valid_mask')  # [B, 49156] True = non-NaN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Step 3 core: combine both exclusion masks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non_input_mask = ~input_mask          # not shown to encoder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recon_mask = non_input_mask           # start with non-input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if valid_mask is not None: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recon_mask = non_input_mask &amp; valid_mask  # EXCLUDE NaN too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MSE loss — element-wise, then masked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loss_per_cpg = recon_loss_fn(pred_betas, all_betas)  # [B, 49156]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masked_loss  = loss_per_cpg * recon_mask.float()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recon_loss   = masked_loss.sum()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         / recon_mask.float().sum().clamp(min=1)  # correct denom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Metrics also computed on recon_mask (not just ~input_mask)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ni_pred   = pred_betas[recon_mask]     # only real, held-out CpGs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ni_target = all_betas[recon_mask]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pcc = pearson_corr(ni_pred, ni_target)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280160"/>
            <a:ext cx="4389120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1232" y="138988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recon_mask definition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1232" y="1810512"/>
            <a:ext cx="405993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recon_mask = ~input_mask  AND  valid_mask
Positions included in loss:
  (a) NOT in input view
  (b) Actually measured (non-NaN)
≈ 42% of vocab per step  (from valid_pct metric)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3520440"/>
            <a:ext cx="4389120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2" y="363016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3"/>
                </a:solidFill>
              </a:rPr>
              <a:t>Why the denominator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2" y="4050792"/>
            <a:ext cx="4059936" cy="2743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4096512"/>
            <a:ext cx="4023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Old code (SCBert): denominator = all non-input positions
  → includes ~29k NaN positions with target=0
  → loss looks artificially small
LLaMA code: denominator = recon_mask.sum()
  → only real, measured positions
  → honest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6D6A0"/>
                </a:solidFill>
              </a:rPr>
              <a:t>✓  Loss computed only on (non-input  ∩  non-NaN) positions    ✓  PCC and MAE metrics use the same clean mask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Bug in Old Code vs. Correct Implementation in 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7724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A0"/>
                </a:solidFill>
              </a:rPr>
              <a:t>Your LLaMA runs are NOT affected — the fix is already in wced_llama.py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577840" cy="3840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577840" cy="6400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533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❌  BUG — wced_module.py  (SCBert WCED)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190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B703"/>
                </a:solidFill>
              </a:rPr>
              <a:t>NOT used by your LLaMA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5486400" cy="292608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67128"/>
            <a:ext cx="5212080" cy="2706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_shared_step — INCORRECT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non_input_mask_v1 = ~input_mask_v1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FF6B6B"/>
                </a:solidFill>
              </a:rPr>
              <a:t># valid_mask is in the batch but never read!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loss_per_cpg = recon_loss_fn(pred, all_betas)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masked_loss  = loss_per_cpg * non_input_mask_v1.float()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recon_loss   = masked_loss.sum()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FF6B6B"/>
                </a:solidFill>
              </a:rPr>
              <a:t>             / non_input_mask_v1.float().sum()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FF6B6B"/>
                </a:solidFill>
              </a:rPr>
              <a:t># ↑ denominator includes ~29k NaN positions!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FF6B6B"/>
                </a:solidFill>
              </a:rPr>
              <a:t># Result: 75% of gradient signal is from NaN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FF6B6B"/>
                </a:solidFill>
              </a:rPr>
              <a:t># positions where target=0.0 (imputed, not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280160"/>
            <a:ext cx="5212080" cy="3840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5212080" cy="640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3533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D6A0"/>
                </a:solidFill>
              </a:rPr>
              <a:t>✓  CORRECT — wced_llama.py  (LLaMA)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7190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E0EF"/>
                </a:solidFill>
              </a:rPr>
              <a:t>Used by run 44450919  (your 7-day pretrain)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057400"/>
            <a:ext cx="5120640" cy="2926080"/>
          </a:xfrm>
          <a:prstGeom prst="rect">
            <a:avLst/>
          </a:prstGeom>
          <a:solidFill>
            <a:srgbClr val="0D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167128"/>
            <a:ext cx="4846320" cy="2706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6A737D"/>
                </a:solidFill>
              </a:rPr>
              <a:t># _shared_step — CORRECT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non_input_mask = ~input_mask_v1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valid_mask = batch.get('valid_mask')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recon_mask = non_input_mask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if valid_mask is not None: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recon_mask = non_input_mask &amp; valid_mask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# ↑ NaN positions excluded from loss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loss_per_cpg = recon_loss_fn(pred, all_betas)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masked_loss  = loss_per_cpg * recon_mask.float()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A8D8EA"/>
                </a:solidFill>
              </a:rPr>
              <a:t>recon_loss   = masked_loss.sum()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             / recon_mask.float().sum().clamp(min=1)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50FA7B"/>
                </a:solidFill>
              </a:rPr>
              <a:t># ↑ denominator = only real, held-out CpGs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257800"/>
            <a:ext cx="11430000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3218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Signal in recon loss: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2180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B6B"/>
                </a:solidFill>
              </a:rPr>
              <a:t>25% real / 75% NaN zeros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32180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</a:rPr>
              <a:t>~100% real measured CpGs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961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Reported MSE metric: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5961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B6B"/>
                </a:solidFill>
              </a:rPr>
              <a:t>Artificially small (easy 0s)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5961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</a:rPr>
              <a:t>Honest — real CpGs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8704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Your run affected?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8704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6B6B"/>
                </a:solidFill>
              </a:rPr>
              <a:t>N/A — not your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8704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✓ Already correct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Pretrain Results — Run 44450919  (Epoch 99 / 300)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64008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BBCC"/>
                </a:solidFill>
              </a:rPr>
              <a:t>llama-small-all49k-r0.5-w0.0   |   256D × 4L × 4H  |  ~5M params  |  Runtime: 4.5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0.971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47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val/pcc
Recon quality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28016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371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3"/>
                </a:solidFill>
              </a:rPr>
              <a:t>0.043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847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val/mae
Beta error [0,1]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371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3"/>
                </a:solidFill>
              </a:rPr>
              <a:t>0.006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847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val/loss
Recon MSE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28016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371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3"/>
                </a:solidFill>
              </a:rPr>
              <a:t>42.0%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8470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valid_pct
Useful positions/step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651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CLS Collapse Diagnostics  (collapsed = bad):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0.376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84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cls_similarity
(1.0 = fully collapsed)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01752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0.429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584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cls_variance
(0.0 = fully collapsed)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01752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0.310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84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pred_std
(0.0 = predicting mean)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3017520"/>
            <a:ext cx="2651760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3"/>
                </a:solidFill>
              </a:rPr>
              <a:t>0.570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pred_var_ratio
(1.0 = perfect)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389120"/>
            <a:ext cx="7132320" cy="1691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8056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NaN Rate Inference from valid_pct Metric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92040"/>
            <a:ext cx="6766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valid_pct = (non-input ∩ non-NaN) / vocab_size = 42%
input = 50% of valid   →   non-input non-NaN ≈ 50% of valid
→  valid (non-NaN) ≈ 84% of 49,156   →   NaN rate ≈ 16%
→  ~41k of 49k probes are measured per sample on average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4389120"/>
            <a:ext cx="4114800" cy="1691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4805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Training Health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8920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cpg_scale (init=0.1)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48920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</a:rPr>
              <a:t>3.68  ✓ growing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16635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grad_norm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516635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E0EF"/>
                </a:solidFill>
              </a:rPr>
              <a:t>0.0018  (converging)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44067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train/pcc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544067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</a:rPr>
              <a:t>0.970  (no overfit)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7150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</a:rPr>
              <a:t>LR at epoch 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57150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3.82e-4  (cosine decay)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6281928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</a:rPr>
              <a:t>✓ No CLS collapse   ✓ Reconstruction quality excellent   ⚠ pred_var_ratio=0.57 — slight underdispersion (expected with pure reconstruction)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Data Investigation Results — NaN Statistics  [PENDING]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3152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Run on cluster:  sbatch scripts/utils/investigate_data.sh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703"/>
                </a:solidFill>
              </a:rPr>
              <a:t>⏳  Results pending — run investigation script and fill in below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57784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984247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PRETRAIN  (169k × 49k)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404871"/>
            <a:ext cx="524865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Total NaN count:             [ TBD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260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NaN %:                       [ TBD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9183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Samples with ≥1% NaN:       [ TBD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57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Samples with ≥10% NaN:      [ TBD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Fully missing samples:       [ TBD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891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CpGs with ≥50% NaN:         [ TBD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548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Fully missing CpGs:          [ TBD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874519"/>
            <a:ext cx="539496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984247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FINE-TUNE  (11.5k × 49k)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5392" y="2404871"/>
            <a:ext cx="5065776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560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Total NaN count:         [ TBD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9260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NaN %:                   [ TBD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29183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Samples with ≥1% NaN:   [ TBD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6576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Samples with ≥10% NaN:  [ TBD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0233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Train split NaN %:       [ TBD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89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Valid split NaN %:       [ TBD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5487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Test  split NaN %:       [ TBD 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94360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BBCC"/>
                </a:solidFill>
              </a:rPr>
              <a:t>Expected from valid_pct≈42%:  NaN rate ≈ 16% in pretrain corpus  |  Fine-tune NaN rate may differ (different sample sources)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Data Investigation Results — Beta Distribution  [PENDING]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73152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8D8EA"/>
                </a:solidFill>
              </a:rPr>
              <a:t>Run on cluster:  sbatch scripts/utils/investigate_data.sh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703"/>
                </a:solidFill>
              </a:rPr>
              <a:t>⏳  Results pending — paste percentile output from investigation script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57784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984247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PRETRAIN β-value Distribution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404871"/>
            <a:ext cx="524865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0%: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986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1%: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898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369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5%: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7530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25%: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7530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91363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50%: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913631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2519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75%: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902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95%: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902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286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99%: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928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669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100%: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2669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874519"/>
            <a:ext cx="539496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1984247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FINE-TUNE β-value Distribution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65392" y="2404871"/>
            <a:ext cx="5065776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560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0%: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8986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1%: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98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2369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 5%: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57530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25%: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57530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391363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50%: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913631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2519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75%: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902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95%: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5902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286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 99%: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928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52669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</a:rPr>
              <a:t>   100%: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52669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[ TBD 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943600"/>
            <a:ext cx="114300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035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Out-of-range (β &lt; 0 or β &gt; 1):  [ TBD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89120" y="6035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Duplicate sample IDs:  [ TBD 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6035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Duplicate CpG IDs:  [ TBD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286000" cy="3200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39496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15568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Pipeline — What Each File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536192"/>
            <a:ext cx="5065776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data_module.py — MethylationDataset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Reads β, computes valid_mask = isfinite(β)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97480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data_module.py — WCEDCollator (2a)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815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Replaces NaN→0 in targets, stores valid_mask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49039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9475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data_module.py — WCEDCollator (2b)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33087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Input views: only sample from valid positions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00600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463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wced_llama.py — WCEDLlamaModule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846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recon_mask = ~input_mask &amp; valid_mask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005840"/>
            <a:ext cx="539496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1115568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</a:rPr>
              <a:t>Your LLaMA Runs — Status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65392" y="1536192"/>
            <a:ext cx="5065776" cy="274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6002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✓ Pretrain run 44450919: correct NaN handling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0391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✓ Fine-tune 44574410: recon_weight=0.0, NaN irrelevant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47802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✓ wced_llama.py already had the fix from the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91693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E0EF"/>
                </a:solidFill>
              </a:rPr>
              <a:t>✓ Bug exists only in old SCBert wced_module.py (not your run)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520440"/>
            <a:ext cx="53949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3630168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3"/>
                </a:solidFill>
              </a:rPr>
              <a:t>Pretrain Quality Check (Epoch 99)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65392" y="4050792"/>
            <a:ext cx="5065776" cy="2743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PCC = 0.971  — excellent reconstruction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622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MAE = 0.043  — 4.3% error on [0,1]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097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cls_similarity = 0.376  — no CLS collapse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1572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cls_variance = 0.429    — healthy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504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703"/>
                </a:solidFill>
              </a:rPr>
              <a:t>pred_var_ratio = 0.570  — slight underdispersion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852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E0EF"/>
                </a:solidFill>
              </a:rPr>
              <a:t>valid_pct ≈ 42%  →  NaN rate ≈ 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355080"/>
            <a:ext cx="1143000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Next step: paste investigate_data.sh results into slides 11–12  |  Monitor finetune val/r2 to assess if reconstruction pretraining transferred to age 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