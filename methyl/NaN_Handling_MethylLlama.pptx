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A263A"/>
                </a:solidFill>
              </a:rPr>
              <a:t>Data Pipeline &amp; NaN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14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7AC2"/>
                </a:solidFill>
              </a:rPr>
              <a:t>MethylLlama Pretraining on the 49k CpG Union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46120"/>
            <a:ext cx="4846320" cy="36576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401568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3A4A5C"/>
                </a:solidFill>
              </a:rPr>
              <a:t>How missing measurements (NaN) flow through the pipeline
and are correctly excluded from the reconstruction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12064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88FA8"/>
                </a:solidFill>
              </a:rPr>
              <a:t>Netanel Azran  |  BMFM-RNA Methylation  |  Hebrew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68112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7AC2"/>
                </a:solidFill>
              </a:rPr>
              <a:t>Run: llama-small-all49k-r0.5-w0.0-44450919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The Two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Pretrain: 169k samples × 49k CpGs   |   Fine-tune: 11.5k samples × 49k CpGs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521208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94960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371600" cy="2743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F80"/>
                </a:solidFill>
              </a:rPr>
              <a:t>PRETRAINING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55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63A"/>
                </a:solidFill>
              </a:rPr>
              <a:t>169,120 samples × 49,156 CpGs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042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📁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30428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methylgpt_pretrain_type3.h5ad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24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⚙ 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7249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pretrain_llama_small.sh  →  pretrain_llama.py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14553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🔷 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WCEDLlamaModule  (wced_llama.py)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📐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566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256D × 4L × 4H  ≈ 5M params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98678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🎯 Input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98678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0.5  — 50% of valid CpGs per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4074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🏋  Age weight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4074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0.0  — pure reconstruction pretraining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🔖 Job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482803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44450919  (7-day run)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94960" cy="5212080"/>
          </a:xfrm>
          <a:prstGeom prst="rect">
            <a:avLst/>
          </a:prstGeom>
          <a:solidFill>
            <a:srgbClr val="E8F4ED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1280160"/>
            <a:ext cx="5394960" cy="54864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1371600"/>
            <a:ext cx="1371600" cy="274320"/>
          </a:xfrm>
          <a:prstGeom prst="rect">
            <a:avLst/>
          </a:prstGeom>
          <a:solidFill>
            <a:srgbClr val="D5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045"/>
                </a:solidFill>
              </a:rPr>
              <a:t>FINE-TUNING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1755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63A"/>
                </a:solidFill>
              </a:rPr>
              <a:t>11,500 samples × 49,156 CpGs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3042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📁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230428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finetuning_49k.h5ad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724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⚙  Script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7249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finetune_llama_small.sh  →  finetune_llama.py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14553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🔷 Module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145536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WCEDLlamaModule  (wced_llama.py)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566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📐 Pooling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566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Mean over all tokens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98678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🎯 Input 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398678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1.0  — all valid CpGs as input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4074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🏋  Recon weight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4074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0.0  — age MSE loss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❄  Encoder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82803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Frozen  (unfrozen after epoch 10)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9552" y="3291840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AC2"/>
                </a:solidFill>
              </a:rPr>
              <a:t>Same
49k vocab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Why NaN Exists — The Illumina Array Union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Each sample was measured on ONE array type → other probes are structurally missing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468880" cy="141732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7E00"/>
                </a:solidFill>
              </a:rPr>
              <a:t>27k Array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10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~27,000 probes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8FA8"/>
                </a:solidFill>
              </a:rP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70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325880"/>
            <a:ext cx="2468880" cy="141732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4173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AC2"/>
                </a:solidFill>
              </a:rPr>
              <a:t>450k Array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810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~450,000 probes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8FA8"/>
                </a:solidFill>
              </a:rPr>
              <a:t>2012–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770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25880"/>
            <a:ext cx="2468880" cy="141732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4173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F6A"/>
                </a:solidFill>
              </a:rPr>
              <a:t>EPIC Array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810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~850,000 probes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8FA8"/>
                </a:solidFill>
              </a:rPr>
              <a:t>2016–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770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63824"/>
            <a:ext cx="7955279" cy="68580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5526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4F80"/>
                </a:solidFill>
              </a:rPr>
              <a:t>Union of all studies  →  49,156 CpGs in shared vocabulary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337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60" y="3163824"/>
            <a:ext cx="2743200" cy="685800"/>
          </a:xfrm>
          <a:prstGeom prst="rect">
            <a:avLst/>
          </a:prstGeom>
          <a:solidFill>
            <a:srgbClr val="FAD7D7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325526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030"/>
                </a:solidFill>
              </a:rPr>
              <a:t>NaN where not measured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416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PER-SAMPLE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43400"/>
            <a:ext cx="11338560" cy="2148840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Sample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Valid CpGs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NaN positions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NaN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389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Typical 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736592"/>
            <a:ext cx="11338560" cy="18288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773168"/>
            <a:ext cx="1133856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86460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450k-array sample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864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~19,600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4864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~29,556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864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~60%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486460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Fine-tune dataset (confirmed)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03520"/>
            <a:ext cx="113385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3949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EPIC-array sample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39496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~40,000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539496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~9,156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539496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~19%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39496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Most of pretrain corpus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833872"/>
            <a:ext cx="11338560" cy="512064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92531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27k-array sample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25312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~27,000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5925312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~22,156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5925312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~45%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5925312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Some of pretrain corpus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92240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F6A"/>
                </a:solidFill>
              </a:rPr>
              <a:t>★  From pretrain valid_pct ≈ 42%  →  NaN rate ≈ 16%  (pretrain corpus is mostly well-measured EPIC-array samples)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Full Pipeline — NaN Handling at Each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From raw file to loss function: where NaN is detected, imputed, and excluded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2029968" cy="173736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99032"/>
            <a:ext cx="822960" cy="246888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h5ad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methylgpt_pretrain
_type3.h5ad
169k × 49k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1325880"/>
            <a:ext cx="2029968" cy="17373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0" y="1399032"/>
            <a:ext cx="822960" cy="246888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MethylationDataset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Reads β values
Computes valid_mask
= isfinite(β)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325880"/>
            <a:ext cx="2029968" cy="173736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1399032"/>
            <a:ext cx="822960" cy="246888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2a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WCEDCollator  2a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NaN → 0 in targets
valid_mask stored
in batch 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1325880"/>
            <a:ext cx="2029968" cy="1737360"/>
          </a:xfrm>
          <a:prstGeom prst="rect">
            <a:avLst/>
          </a:prstGeom>
          <a:solidFill>
            <a:srgbClr val="EEE0F8"/>
          </a:solidFill>
          <a:ln w="12700">
            <a:solidFill>
              <a:srgbClr val="6A2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0" y="1399032"/>
            <a:ext cx="822960" cy="246888"/>
          </a:xfrm>
          <a:prstGeom prst="rect">
            <a:avLst/>
          </a:prstGeom>
          <a:solidFill>
            <a:srgbClr val="6A2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289A"/>
                </a:solidFill>
              </a:rPr>
              <a:t>WCEDCollator  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Input views built
from valid CpGs only
(NaN never tokenised)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7112" y="19842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2560" y="1325880"/>
            <a:ext cx="2029968" cy="173736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0" y="1399032"/>
            <a:ext cx="822960" cy="246888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139903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167335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WCEDLlamaModule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075688"/>
            <a:ext cx="18470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recon_mask =
~input_mask
&amp; valid_mask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273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CpG POSITIONS — THREE CATEGORIES PER SAMPLE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611880"/>
            <a:ext cx="3749039" cy="292608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3611880"/>
            <a:ext cx="3749039" cy="45720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7E00"/>
                </a:solidFill>
              </a:rPr>
              <a:t>In input 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133087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~20.5k positions
50% of valid CpGs
shown to encoder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74336"/>
            <a:ext cx="3108960" cy="22860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7E00"/>
                </a:solidFill>
              </a:rPr>
              <a:t>EXCLUDED from recon loss
(encoder already saw it)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611880"/>
            <a:ext cx="3749039" cy="292608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97680" y="3611880"/>
            <a:ext cx="3749039" cy="4572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F6A"/>
                </a:solidFill>
              </a:rPr>
              <a:t>Valid — held 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4133087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~20.5k positions
50% of valid CpGs
not in input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4974336"/>
            <a:ext cx="3108960" cy="2286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60" y="50292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INCLUDED in recon loss ✓
Real β target  →  true signal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3611880"/>
            <a:ext cx="3749039" cy="2926080"/>
          </a:xfrm>
          <a:prstGeom prst="rect">
            <a:avLst/>
          </a:prstGeom>
          <a:solidFill>
            <a:srgbClr val="FAD7D7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3611880"/>
            <a:ext cx="3749039" cy="4572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030"/>
                </a:solidFill>
              </a:rPr>
              <a:t>NaN position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4133087"/>
            <a:ext cx="3383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~8k positions
never measured
target = 0.0 (imputed)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974336"/>
            <a:ext cx="3108960" cy="2286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50292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030"/>
                </a:solidFill>
              </a:rPr>
              <a:t>EXCLUDED by valid_mask ✓
No gradient from fake zeros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1 — MethylationDataset: Reading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bmfm_methylation/shared/data_module.py  ·  MethylationDataset.__getitem__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560320" cy="164592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📄  adata.X[idx]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Raw row from h5ad
49,156 float values
Sparse or dense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79" y="1325880"/>
            <a:ext cx="2560320" cy="164592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🔢  float32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184708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Convert to numpy
float32 array
shape: (49156,)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19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AC2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2560320" cy="164592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🔍  isfinite(β)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84708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np.isfinite(beta_values)
True  = real value
False = 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9992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401568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88FA8"/>
                </a:solidFill>
              </a:rPr>
              <a:t>Two 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63931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7AC2"/>
                </a:solidFill>
              </a:rPr>
              <a:t>↙         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4041648"/>
            <a:ext cx="2560320" cy="15087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413308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beta_values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49884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Shape: (49156,)  float32
NaN values preserved
Passed to collator as-is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4041648"/>
            <a:ext cx="2560320" cy="150876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413308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valid_mask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449884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Shape: (49156,)  bool
True = measured
False = NaN position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325880"/>
            <a:ext cx="3566160" cy="4251960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1444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7E00"/>
                </a:solidFill>
              </a:rPr>
              <a:t>WHY THIS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181051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NaN is preserved — not replaced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487168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valid_mask is computed while NaN is still visible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63824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If we replaced NaN→0 first, the mask would be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840479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Separation of concerns: Dataset reads, Collator decides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●  valid_mask travels through the batch dict to the loss fn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742432"/>
            <a:ext cx="7909560" cy="50292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806440"/>
            <a:ext cx="7635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After Step 1:   beta_values contains NaN  ·  valid_mask = True/False array  ·  both in MultiFieldInstance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2a — WCEDCollator: NaN Detection &amp; Replacement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bmfm_methylation/shared/data_module.py  ·  WCEDCollator.__call__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VISUAL EXAMPLE — ONE SAMPLE ROW (6 CpGs shown)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72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Input (beta_values):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572768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58768" y="1572768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030"/>
                </a:solidFill>
              </a:rPr>
              <a:t>NaN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82896" y="1572768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07024" y="1572768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030"/>
                </a:solidFill>
              </a:rPr>
              <a:t>NaN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572768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572768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572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030"/>
                </a:solidFill>
              </a:rPr>
              <a:t>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19568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304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AC2"/>
                </a:solidFill>
              </a:rPr>
              <a:t>np.where(valid, β, 0.0)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5420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AC2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871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all_betas (target):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2871216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8768" y="2871216"/>
            <a:ext cx="91440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A5A00"/>
                </a:solidFill>
              </a:rPr>
              <a:t>0.00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82896" y="2871216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82896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7024" y="2871216"/>
            <a:ext cx="91440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7024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A5A00"/>
                </a:solidFill>
              </a:rPr>
              <a:t>0.00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31152" y="2871216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6045"/>
                </a:solidFill>
              </a:rPr>
              <a:t>0.61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2871216"/>
            <a:ext cx="914400" cy="347472"/>
          </a:xfrm>
          <a:prstGeom prst="rect">
            <a:avLst/>
          </a:prstGeom>
          <a:solidFill>
            <a:srgbClr val="FDEAC8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0" y="28712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A5A00"/>
                </a:solidFill>
              </a:rPr>
              <a:t>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287121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47E00"/>
                </a:solidFill>
              </a:rPr>
              <a:t>← NaN replaced with 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3649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valid_mask: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34640" y="3364992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045"/>
                </a:solidFill>
              </a:rPr>
              <a:t>True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58768" y="3364992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82896" y="3364992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82896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045"/>
                </a:solidFill>
              </a:rPr>
              <a:t>True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07024" y="3364992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07024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31152" y="3364992"/>
            <a:ext cx="914400" cy="347472"/>
          </a:xfrm>
          <a:prstGeom prst="rect">
            <a:avLst/>
          </a:prstGeom>
          <a:solidFill>
            <a:srgbClr val="D5F0E4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31152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045"/>
                </a:solidFill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5280" y="3364992"/>
            <a:ext cx="914400" cy="347472"/>
          </a:xfrm>
          <a:prstGeom prst="rect">
            <a:avLst/>
          </a:prstGeom>
          <a:solidFill>
            <a:srgbClr val="FAD7D7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0" y="33649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364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8F6A"/>
                </a:solidFill>
              </a:rPr>
              <a:t>← passed in batch dict →  Step 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3913632"/>
            <a:ext cx="5349240" cy="17373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9776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A00"/>
                </a:solidFill>
              </a:rPr>
              <a:t>all_betas  — reconstruction target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343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Shape: [batch, 49156]   dtype: float32
Real positions: actual β ∈ [0, 1]
NaN positions: 0.0  (imputed — safe because valid_mask will exclude them from loss)
This is what the model tries to predict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913632"/>
            <a:ext cx="5715000" cy="173736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397763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045"/>
                </a:solidFill>
              </a:rPr>
              <a:t>valid_mask  — the critical guard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34340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Shape: [batch, 49156]   dtype: bool
True  = position was actually measured  →  include in loss
False = position was NaN                →  exclude from loss
Returned in batch dict  →  used in Step 3 to build recon_mask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779008"/>
            <a:ext cx="11475720" cy="50292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8430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After Step 2a:   all_betas ready (NaN→0.0)  ·  valid_mask ready (True/False)  ·  both in batch dict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2b — WCEDCollator: Input View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NaN positions are never tokenised — input is sampled from valid CpGs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49,156 CpG VOCABULARY — BREAKDOWN PER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970544" cy="658368"/>
          </a:xfrm>
          <a:prstGeom prst="rect">
            <a:avLst/>
          </a:prstGeom>
          <a:solidFill>
            <a:srgbClr val="FAD7D7"/>
          </a:solidFill>
          <a:ln w="1905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8791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030"/>
                </a:solidFill>
              </a:rPr>
              <a:t>NaN positions
~4.3k  (8.7%)</a:t>
            </a:r>
          </a:p>
        </p:txBody>
      </p:sp>
      <p:sp>
        <p:nvSpPr>
          <p:cNvPr id="9" name="Rectangle 8"/>
          <p:cNvSpPr/>
          <p:nvPr/>
        </p:nvSpPr>
        <p:spPr>
          <a:xfrm>
            <a:off x="1473464" y="1572768"/>
            <a:ext cx="5098145" cy="658368"/>
          </a:xfrm>
          <a:prstGeom prst="rect">
            <a:avLst/>
          </a:prstGeom>
          <a:solidFill>
            <a:srgbClr val="FDEAC8"/>
          </a:solidFill>
          <a:ln w="1905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19184" y="1645920"/>
            <a:ext cx="500670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47E00"/>
                </a:solidFill>
              </a:rPr>
              <a:t>Input view
~22.5k  (45.7%)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71609" y="1572768"/>
            <a:ext cx="5086990" cy="658368"/>
          </a:xfrm>
          <a:prstGeom prst="rect">
            <a:avLst/>
          </a:prstGeom>
          <a:solidFill>
            <a:srgbClr val="D5F0E4"/>
          </a:solidFill>
          <a:ln w="1905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329" y="1645920"/>
            <a:ext cx="499555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F6A"/>
                </a:solidFill>
              </a:rPr>
              <a:t>Held-out (recon target)
~22.5k  (45.7%)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323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INPUT RATIO FORMULA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06624"/>
            <a:ext cx="6583680" cy="137160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6148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C"/>
                </a:solidFill>
              </a:rPr>
              <a:t>valid_indices  =  positions where isfinite(β)  →  ~44.9k of 49k  (NaN rate = 8.7%)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127248"/>
            <a:ext cx="6309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2"/>
                </a:solidFill>
              </a:rPr>
              <a:t>n_input  =  int( len(valid_indices)  ×  input_ratio )
         =  int( 44,900  ×  0.5 )  =  22,450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39312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47E00"/>
                </a:solidFill>
              </a:rPr>
              <a:t>input_ratio applied to valid CpGs  —  NOT to the full 49k vocabulary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432304"/>
            <a:ext cx="4800600" cy="164592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24963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A00"/>
                </a:solidFill>
              </a:rPr>
              <a:t>Why this matters for high-NaN samples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852928"/>
            <a:ext cx="4572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450k sample (60% NaN)  →  only 19.6k valid CpGs
n_input = 0.5 × 19.6k = 9.8k  (not 0.5 × 49k = 24.5k)
Always exactly 50% of what was measured is shown.
NaN positions NEVER appear as encoder input tokens.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WHAT GETS ASSIGNED TO EACH CATEGORY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90288"/>
            <a:ext cx="3749039" cy="1874519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In input view
~n_input positions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38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randomly sampled from valid_indices
input_ratio × |valid_indices|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632704"/>
            <a:ext cx="3108960" cy="18288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669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7E00"/>
                </a:solidFill>
              </a:rPr>
              <a:t>→ encoder tokens
→ excluded from recon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4590288"/>
            <a:ext cx="3749039" cy="1874519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Valid — held out
remaining valid positions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138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|valid_indices| - n_input positions
not sampled into input 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4840" y="5632704"/>
            <a:ext cx="3108960" cy="18288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5669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→ recon_mask = True
→ included in loss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590288"/>
            <a:ext cx="3749039" cy="1874519"/>
          </a:xfrm>
          <a:prstGeom prst="rect">
            <a:avLst/>
          </a:prstGeom>
          <a:solidFill>
            <a:srgbClr val="FAD7D7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NaN positions
never in valid_indices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138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np.where(vocab_valid) returns only
non-NaN indices — NaN excluded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66760" y="5632704"/>
            <a:ext cx="3108960" cy="18288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5669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030"/>
                </a:solidFill>
              </a:rPr>
              <a:t>→ valid_mask = False
→ excluded from loss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Step 3 — WCEDLlamaModule: Correct Reconstruction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bmfm_methylation/llama/wced_llama.py  ·  _shared_step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HOW recon_mask IS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72768"/>
            <a:ext cx="2103120" cy="77724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47E00"/>
                </a:solidFill>
              </a:rPr>
              <a:t>~input_mask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8FA8"/>
                </a:solidFill>
              </a:rPr>
              <a:t>Positions NOT
shown to 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62763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88FA8"/>
                </a:solidFill>
              </a:rPr>
              <a:t>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72768"/>
            <a:ext cx="2103120" cy="77724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6276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F6A"/>
                </a:solidFill>
              </a:rPr>
              <a:t>valid_mask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8FA8"/>
                </a:solidFill>
              </a:rPr>
              <a:t>Positions that were
actually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62763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88FA8"/>
                </a:solidFill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572768"/>
            <a:ext cx="2103120" cy="77724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6276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7AC2"/>
                </a:solidFill>
              </a:rPr>
              <a:t>recon_mask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8FA8"/>
                </a:solidFill>
              </a:rPr>
              <a:t>Positions included
in loss computation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42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POSITION-BY-POSITION DECISION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16352"/>
            <a:ext cx="11475720" cy="530352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926080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Position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292608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~Count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92608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Encoder sees?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292608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in ~input_mask?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292608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valid_mask?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926080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63A"/>
                </a:solidFill>
              </a:rPr>
              <a:t>In recon loss?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46704"/>
            <a:ext cx="1147572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369564"/>
            <a:ext cx="11475720" cy="530352"/>
          </a:xfrm>
          <a:prstGeom prst="rect">
            <a:avLst/>
          </a:prstGeom>
          <a:solidFill>
            <a:srgbClr val="FDE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479292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In input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479292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~20.5k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3479292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✓  Yes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47929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7E00"/>
                </a:solidFill>
              </a:rPr>
              <a:t>True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6992" y="347929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True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9292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✗  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36492"/>
            <a:ext cx="11475720" cy="530352"/>
          </a:xfrm>
          <a:prstGeom prst="rect">
            <a:avLst/>
          </a:prstGeom>
          <a:solidFill>
            <a:srgbClr val="D5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4046220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Valid — held 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2" y="404622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~20.5k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4046220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✗  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08192" y="404622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False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36992" y="404622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F6A"/>
                </a:solidFill>
              </a:rPr>
              <a:t>True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5792" y="4046220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✓  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503420"/>
            <a:ext cx="11475720" cy="530352"/>
          </a:xfrm>
          <a:prstGeom prst="rect">
            <a:avLst/>
          </a:prstGeom>
          <a:solidFill>
            <a:srgbClr val="FA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4613148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NaN 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613148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~8k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2272" y="4613148"/>
            <a:ext cx="1536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✗  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8192" y="461314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False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6992" y="461314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False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65792" y="4613148"/>
            <a:ext cx="1993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030"/>
                </a:solidFill>
              </a:rPr>
              <a:t>✗  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230368"/>
            <a:ext cx="5486400" cy="123444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29437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F80"/>
                </a:solidFill>
              </a:rPr>
              <a:t>Loss 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614416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loss = Σ  MSE(pred, target) × recon_mask
     ÷  recon_mask.sum()  (true denominator)
≈ 42% of 49k positions contribute per step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5230368"/>
            <a:ext cx="5715000" cy="123444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29437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Metrics (PCC, MAE) use same recon_mask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3640" y="5614416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pred_values  = pred_betas[recon_mask]
true_values  = all_betas[recon_mask]
PCC computed only on real, held-out CpGs  →  honest metric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Bug in Old Code vs. Correct Implementation in LLaMA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Your LLaMA runs are NOT affected — the fix is already in wced_llama.py  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5577840" cy="5212080"/>
          </a:xfrm>
          <a:prstGeom prst="rect">
            <a:avLst/>
          </a:prstGeom>
          <a:solidFill>
            <a:srgbClr val="FFF5F5"/>
          </a:solidFill>
          <a:ln w="12700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577840" cy="54864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03030"/>
                </a:solidFill>
              </a:rPr>
              <a:t>✗  BUG — wced_module.py  (SCBert)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1645920" cy="256032"/>
          </a:xfrm>
          <a:prstGeom prst="rect">
            <a:avLst/>
          </a:prstGeom>
          <a:solidFill>
            <a:srgbClr val="FA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556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030"/>
                </a:solidFill>
              </a:rPr>
              <a:t>NOT YOUR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31136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recon_mask = ~input_mask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valid_mask is in the batch dict but never 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80943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6265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Denominator includes NaN positions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918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~29k NaN positions with target=0 are in the loss denominator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30752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7124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75% of gradient is from fake zeros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416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model is trained on artificial 0.0 values it never actually saw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59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6227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MSE looks artificially 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79145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easy-to-predict zeros pull the loss down — misleading metric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230368"/>
            <a:ext cx="54864" cy="4572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120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PCC computed on all non-input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412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correlation diluted by 29k positions with target=0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261872"/>
            <a:ext cx="5257800" cy="5212080"/>
          </a:xfrm>
          <a:prstGeom prst="rect">
            <a:avLst/>
          </a:prstGeom>
          <a:solidFill>
            <a:srgbClr val="F0FBF5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261872"/>
            <a:ext cx="5257800" cy="54864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135331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F6A"/>
                </a:solidFill>
              </a:rPr>
              <a:t>✓  CORRECT — wced_llama.py  (LLaMA)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1755648"/>
            <a:ext cx="2468880" cy="256032"/>
          </a:xfrm>
          <a:prstGeom prst="rect">
            <a:avLst/>
          </a:prstGeom>
          <a:solidFill>
            <a:srgbClr val="D5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175564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045"/>
                </a:solidFill>
              </a:rPr>
              <a:t>YOUR PRETRAIN RUN 44450919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2231136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76288" y="22128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recon_mask = ~input_mask  AND  valid_mask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25420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valid_mask explicitly applied — NaN positions excluded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0840" y="2980943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76288" y="2962655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Denominator = recon_mask.sum()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329183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only counts positions that are real AND held-out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730752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37124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100% of gradient from real CpGs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40416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every position contributing to loss has a true β measurement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20840" y="4480559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6288" y="4462271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MSE is honest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4791455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no artificial zeros — metric reflects true reconstruction quality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5230368"/>
            <a:ext cx="54864" cy="4572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52120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PCC on real held-out 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55412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correlation computed on the same clean mask as the loss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492240"/>
            <a:ext cx="11475720" cy="201168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45"/>
                </a:solidFill>
              </a:rPr>
              <a:t>Signal quality:  OLD = 25% real  ·  NEW = ~100% real     Metric honesty:  OLD = inflated  ·  NEW = correct     Your run:  ✓ Already correct from day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Pretrain Results — Run 44450919  (Epoch 99 / 300)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llama-small-all49k-r0.5-w0.0  ·  256D × 4L × 4H  ·  ~5M params  ·  Runtime: ~4.5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0.971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 / pcc
Reconstruction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61872"/>
            <a:ext cx="2651760" cy="114300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7AC2"/>
                </a:solidFill>
              </a:rPr>
              <a:t>0.043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 / mae
β error on [0, 1]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61872"/>
            <a:ext cx="2651760" cy="1143000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7AC2"/>
                </a:solidFill>
              </a:rPr>
              <a:t>0.006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 / loss
Recon MSE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261872"/>
            <a:ext cx="2651760" cy="114300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350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7E00"/>
                </a:solidFill>
              </a:rPr>
              <a:t>42.0%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79222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valid_pct
Useful positions /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786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CLS COLLAPSE DIAGNOSTICS  (collapsed = bad)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52928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0.376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cls_similarity
(1.0 = fully collapsed)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2852928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0.429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cls_variance
(0.0 = fully collapsed)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852928"/>
            <a:ext cx="2651760" cy="11430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F6A"/>
                </a:solidFill>
              </a:rPr>
              <a:t>0.310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pred_std
(0.0 = predicting mean)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2852928"/>
            <a:ext cx="2651760" cy="114300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47E00"/>
                </a:solidFill>
              </a:rPr>
              <a:t>0.570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A4A5C"/>
                </a:solidFill>
              </a:rPr>
              <a:t>pred_var_ratio
(1.0 = perfect spread)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160520"/>
            <a:ext cx="5577840" cy="1874519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224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NaN RATE INFERENCE FROM valid_pct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53712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</a:rPr>
              <a:t>Investigation confirms:  NaN rate = 8.69% in pretrain
→  ~44.9k of 49k probes measured per sample on average
valid_pct ≈ 42% = (0.5 × 44.9k) / 49.15k  ✓ consistent
Pretrain corpus is dominated by EPIC-array samples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4160520"/>
            <a:ext cx="5715000" cy="1874519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4224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TRAINING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55371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cpg_scale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55371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F6A"/>
                </a:solidFill>
              </a:rPr>
              <a:t>3.68  ✓  (init=0.1 → growing healthily)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90118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grad_norm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901184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7AC2"/>
                </a:solidFill>
              </a:rPr>
              <a:t>0.0018  (stable convergence)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4865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train/pcc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248656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F6A"/>
                </a:solidFill>
              </a:rPr>
              <a:t>0.970  (no overfitting)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5961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88FA8"/>
                </a:solidFill>
              </a:rPr>
              <a:t>LR @ ep 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596128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3.82e-4  (cosine decay on track)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172200"/>
            <a:ext cx="11475720" cy="45720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23620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45"/>
                </a:solidFill>
              </a:rPr>
              <a:t>✓ No CLS collapse   ✓ Reconstruction excellent (PCC 0.971)   ⚠ pred_var_ratio = 0.57 — slight underdispersion (normal for pure reconstruction pretraining)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Data Investigation Results — NaN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Job 44584079  ·  Mon Apr 27 10:20–10:28 IDT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5577840" cy="493776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PRETRAIN  (169,120 × 49,156)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Total β-values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556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8,313,262,720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05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NaN 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30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722,036,387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0545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NaN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5054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8.69%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803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Samples with ≥1%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880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91,652  (54.2%)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3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Samples with ≥10% 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25526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35,329  (20.9%)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6301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Samples with ≥50% NaN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6301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16,860  (10.0%)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0507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CpGs with ≥10% NaN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0050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24,928  (50.7%)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79975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Fully missing samples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379975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0  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79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Fully missing CpGs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75487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0 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29783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Duplicate samples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12978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0 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0468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β out-of-range [0,1]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5046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248,776  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1261872"/>
            <a:ext cx="5669280" cy="4937760"/>
          </a:xfrm>
          <a:prstGeom prst="rect">
            <a:avLst/>
          </a:prstGeom>
          <a:solidFill>
            <a:srgbClr val="E8F4ED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F6A"/>
                </a:solidFill>
              </a:rPr>
              <a:t>FINE-TUNE  (11,453 × 49,156)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75564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Total β-values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17556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4A5C"/>
                </a:solidFill>
              </a:rPr>
              <a:t>562,983,668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13055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NaN count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2130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338,413,244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50545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NaN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5054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60.11%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28803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Samples with ≥50% NaN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880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11,453  (100%)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25526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CpGs with 100% 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25526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29,548  (60.1%)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363016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CpGs with 0 NaN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36301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19,608  (39.9%)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400507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Train NaN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600" y="40050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60.11%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4379975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Valid NaN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4379975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60.11%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75487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Test  NaN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475487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60.11%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12978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Duplicate sample IDs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512978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</a:rPr>
              <a:t>5,992  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50468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β out-of-range [0,1]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600" y="55046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0 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6327648"/>
            <a:ext cx="11475720" cy="384048"/>
          </a:xfrm>
          <a:prstGeom prst="rect">
            <a:avLst/>
          </a:prstGeom>
          <a:solidFill>
            <a:srgbClr val="D6EAF8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3733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4F80"/>
                </a:solidFill>
              </a:rPr>
              <a:t>Key insight:  Fine-tune = pure 450k-array dataset  (29,548 CpGs are 100% NaN across ALL samples → single array type)  ·  Pretrain NaN = 8.69% → mostly EPIC-array samples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Data Investigation Results — β-Value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Job 44584079  ·  Valid values only (NaN excluded from all statistics)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5029200" cy="512064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PRETRAIN  β-VALUE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8FA8"/>
                </a:solidFill>
              </a:rPr>
              <a:t>7,591,226,333 valid values sampled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385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0%   (min)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19385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030"/>
                </a:solidFill>
              </a:rPr>
              <a:t>-0.3389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1401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4140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950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8895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0.0236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649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3649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0.0700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50%  (median)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2"/>
                </a:solidFill>
              </a:rPr>
              <a:t> 0.2860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15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0.6679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79145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479145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0.9134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669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99%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2669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0.9620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424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100% (max)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742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7E00"/>
                </a:solidFill>
              </a:rPr>
              <a:t> 1.1030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291072"/>
            <a:ext cx="5029200" cy="384048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367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5A00"/>
                </a:solidFill>
              </a:rPr>
              <a:t>Out-of-range β &lt; 0 or β &gt; 1:  248,776 values  ⚠  (raw Illumina noise — not a bug)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1261872"/>
            <a:ext cx="5029200" cy="5120640"/>
          </a:xfrm>
          <a:prstGeom prst="rect">
            <a:avLst/>
          </a:prstGeom>
          <a:solidFill>
            <a:srgbClr val="E8F4ED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F6A"/>
                </a:solidFill>
              </a:rPr>
              <a:t>FINE-TUNE  β-VALUE DISTRIBUTION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16276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8FA8"/>
                </a:solidFill>
              </a:rPr>
              <a:t>224,570,424 valid values  (39.9% of total slots)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19385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0%   (min)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19385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241401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4140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288950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28895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0.0188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33649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33649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0.0400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50%  (median)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2"/>
                </a:solidFill>
              </a:rPr>
              <a:t> 0.0825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6440" y="4315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75%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0.4881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479145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95%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479145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0.9050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440" y="52669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99%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2669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4A5C"/>
                </a:solidFill>
              </a:rPr>
              <a:t> 0.9498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06440" y="57424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8FA8"/>
                </a:solidFill>
              </a:rPr>
              <a:t>100% (max)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5742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F6A"/>
                </a:solidFill>
              </a:rPr>
              <a:t> 1.0000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0" y="6291072"/>
            <a:ext cx="5029200" cy="384048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06440" y="63367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45"/>
                </a:solidFill>
              </a:rPr>
              <a:t>Out-of-range β:  0  ✓  (fine-tune values are perfectly in [0, 1])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1261872"/>
            <a:ext cx="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744200" y="1261872"/>
            <a:ext cx="1097280" cy="5120640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78992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88FA8"/>
                </a:solidFill>
              </a:rPr>
              <a:t>KEY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1627632"/>
            <a:ext cx="1005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</a:rPr>
              <a:t>Pretrain
median
0.286
Fine-tune
median
0.083
Different
distributions!
Pretrain:
more hemi-
methylated
sites
Fine-tune:
more un-
methylated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63A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8FA8"/>
                </a:solidFill>
              </a:rPr>
              <a:t>The full NaN handling chain is correct in both pretrain and fine-tune LLaMA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55680" cy="22860"/>
          </a:xfrm>
          <a:prstGeom prst="rect">
            <a:avLst/>
          </a:prstGeom>
          <a:solidFill>
            <a:srgbClr val="CC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5394960" cy="5257800"/>
          </a:xfrm>
          <a:prstGeom prst="rect">
            <a:avLst/>
          </a:prstGeom>
          <a:solidFill>
            <a:srgbClr val="F2F6FB"/>
          </a:solidFill>
          <a:ln w="127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2"/>
                </a:solidFill>
              </a:rPr>
              <a:t>PIPELINE — WHAT EACH FILE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54864" cy="9144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9222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2"/>
                </a:solidFill>
              </a:rPr>
              <a:t>Step 1  ·  MethylationDataset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Reads β  ·  computes valid_mask = isfinite(β)  ·  NaN preserved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54864" cy="914400"/>
          </a:xfrm>
          <a:prstGeom prst="rect">
            <a:avLst/>
          </a:prstGeom>
          <a:solidFill>
            <a:srgbClr val="D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7E00"/>
                </a:solidFill>
              </a:rPr>
              <a:t>Step 2a  ·  WCEDCollator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5526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NaN → 0 in all_betas  ·  valid_mask stored in batch 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95344"/>
            <a:ext cx="54864" cy="914400"/>
          </a:xfrm>
          <a:prstGeom prst="rect">
            <a:avLst/>
          </a:prstGeom>
          <a:solidFill>
            <a:srgbClr val="6A2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502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289A"/>
                </a:solidFill>
              </a:rPr>
              <a:t>Step 2b  ·  WCEDCollator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3425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Input views: only sample from valid_indices  ·  NaN never tokenised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974336"/>
            <a:ext cx="54864" cy="914400"/>
          </a:xfrm>
          <a:prstGeom prst="rect">
            <a:avLst/>
          </a:prstGeom>
          <a:solidFill>
            <a:srgbClr val="008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F6A"/>
                </a:solidFill>
              </a:rPr>
              <a:t>Step 3  ·  WCEDLlamaModule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132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recon_mask = ~input_mask &amp; valid_mask  ·  honest denominator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261872"/>
            <a:ext cx="5669280" cy="2468880"/>
          </a:xfrm>
          <a:prstGeom prst="rect">
            <a:avLst/>
          </a:prstGeom>
          <a:solidFill>
            <a:srgbClr val="D5F0E4"/>
          </a:solidFill>
          <a:ln w="12700">
            <a:solidFill>
              <a:srgbClr val="008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353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045"/>
                </a:solidFill>
              </a:rPr>
              <a:t>YOUR LLAMA RUNS —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Pretrain 44450919: correct NaN handling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762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Fine-tune 44574410: recon_weight=0.0 → NaN irrelevant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61518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wced_llama.py had the fix from the very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05409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045"/>
                </a:solidFill>
              </a:rPr>
              <a:t>✓  Bug exists only in old SCBert code (not your runs)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858768"/>
            <a:ext cx="5669280" cy="2651760"/>
          </a:xfrm>
          <a:prstGeom prst="rect">
            <a:avLst/>
          </a:prstGeom>
          <a:solidFill>
            <a:srgbClr val="FDEAC8"/>
          </a:solidFill>
          <a:ln w="12700">
            <a:solidFill>
              <a:srgbClr val="D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9502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5A00"/>
                </a:solidFill>
              </a:rPr>
              <a:t>PRETRAIN QUALITY  (EPOCH 99)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3159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PCC = 0.971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31596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excellent reconstruction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MAE = 0.043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46634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4.3% error on [0,1]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0109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cls_similarity = 0.376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50109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no CLS collapse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358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F6A"/>
                </a:solidFill>
              </a:rPr>
              <a:t>cls_variance = 0.429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5358383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healthy representation diversity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70585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7E00"/>
                </a:solidFill>
              </a:rPr>
              <a:t>pred_var_ratio = 0.570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5705856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slight underdispersion — expected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053327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2"/>
                </a:solidFill>
              </a:rPr>
              <a:t>valid_pct ≈ 42%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6053327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</a:rPr>
              <a:t>NaN rate ≈ 16% in pretrain corpus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583680"/>
            <a:ext cx="11475720" cy="201168"/>
          </a:xfrm>
          <a:prstGeom prst="rect">
            <a:avLst/>
          </a:prstGeom>
          <a:solidFill>
            <a:srgbClr val="F2F6FB"/>
          </a:solidFill>
          <a:ln w="12700">
            <a:solidFill>
              <a:srgbClr val="CC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601968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8FA8"/>
                </a:solidFill>
              </a:rPr>
              <a:t>Next: paste investigate_data.sh results into slides 11–12  ·  Monitor finetune val/r2 to assess if reconstruction pretraining transferred to age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